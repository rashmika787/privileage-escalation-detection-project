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B75A8D-0A90-46C2-9E2E-1E3398168C62}" v="30" dt="2026-04-12T11:56:34.04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ka Akula" userId="514312f282cbd057" providerId="LiveId" clId="{579585BF-81A3-438D-8E6F-163670B587C7}"/>
    <pc:docChg chg="custSel addSld delSld modSld sldOrd">
      <pc:chgData name="Rashmika Akula" userId="514312f282cbd057" providerId="LiveId" clId="{579585BF-81A3-438D-8E6F-163670B587C7}" dt="2026-04-12T11:57:38.209" v="88" actId="255"/>
      <pc:docMkLst>
        <pc:docMk/>
      </pc:docMkLst>
      <pc:sldChg chg="modSp mod">
        <pc:chgData name="Rashmika Akula" userId="514312f282cbd057" providerId="LiveId" clId="{579585BF-81A3-438D-8E6F-163670B587C7}" dt="2026-04-12T05:49:24.356" v="2" actId="14100"/>
        <pc:sldMkLst>
          <pc:docMk/>
          <pc:sldMk cId="2102349358" sldId="263"/>
        </pc:sldMkLst>
        <pc:picChg chg="mod">
          <ac:chgData name="Rashmika Akula" userId="514312f282cbd057" providerId="LiveId" clId="{579585BF-81A3-438D-8E6F-163670B587C7}" dt="2026-04-12T05:49:24.356" v="2" actId="14100"/>
          <ac:picMkLst>
            <pc:docMk/>
            <pc:sldMk cId="2102349358" sldId="263"/>
            <ac:picMk id="7" creationId="{30FA845E-7E13-5D5D-9ADE-4A0E335C4EA8}"/>
          </ac:picMkLst>
        </pc:picChg>
      </pc:sldChg>
      <pc:sldChg chg="addSp delSp modSp new del mod">
        <pc:chgData name="Rashmika Akula" userId="514312f282cbd057" providerId="LiveId" clId="{579585BF-81A3-438D-8E6F-163670B587C7}" dt="2026-04-12T11:50:54.188" v="46" actId="47"/>
        <pc:sldMkLst>
          <pc:docMk/>
          <pc:sldMk cId="1325648740" sldId="269"/>
        </pc:sldMkLst>
        <pc:spChg chg="del mod">
          <ac:chgData name="Rashmika Akula" userId="514312f282cbd057" providerId="LiveId" clId="{579585BF-81A3-438D-8E6F-163670B587C7}" dt="2026-04-12T11:50:28.198" v="42" actId="478"/>
          <ac:spMkLst>
            <pc:docMk/>
            <pc:sldMk cId="1325648740" sldId="269"/>
            <ac:spMk id="2" creationId="{C82065A2-E2E7-196F-8D88-06399D8B6623}"/>
          </ac:spMkLst>
        </pc:spChg>
        <pc:spChg chg="del">
          <ac:chgData name="Rashmika Akula" userId="514312f282cbd057" providerId="LiveId" clId="{579585BF-81A3-438D-8E6F-163670B587C7}" dt="2026-04-12T11:44:31.930" v="21"/>
          <ac:spMkLst>
            <pc:docMk/>
            <pc:sldMk cId="1325648740" sldId="269"/>
            <ac:spMk id="3" creationId="{EE7F0A7F-9DE0-8421-9AC8-4362970344C2}"/>
          </ac:spMkLst>
        </pc:spChg>
        <pc:spChg chg="add mod">
          <ac:chgData name="Rashmika Akula" userId="514312f282cbd057" providerId="LiveId" clId="{579585BF-81A3-438D-8E6F-163670B587C7}" dt="2026-04-12T11:49:00.852" v="32" actId="478"/>
          <ac:spMkLst>
            <pc:docMk/>
            <pc:sldMk cId="1325648740" sldId="269"/>
            <ac:spMk id="6" creationId="{F1FF315B-9867-6E9C-CA6F-208E1964525B}"/>
          </ac:spMkLst>
        </pc:spChg>
        <pc:spChg chg="add mod">
          <ac:chgData name="Rashmika Akula" userId="514312f282cbd057" providerId="LiveId" clId="{579585BF-81A3-438D-8E6F-163670B587C7}" dt="2026-04-12T11:50:28.198" v="42" actId="478"/>
          <ac:spMkLst>
            <pc:docMk/>
            <pc:sldMk cId="1325648740" sldId="269"/>
            <ac:spMk id="8" creationId="{A7B19A33-67FC-EB15-6D46-A6CB50DE63A4}"/>
          </ac:spMkLst>
        </pc:spChg>
        <pc:graphicFrameChg chg="add del mod modGraphic">
          <ac:chgData name="Rashmika Akula" userId="514312f282cbd057" providerId="LiveId" clId="{579585BF-81A3-438D-8E6F-163670B587C7}" dt="2026-04-12T11:49:00.852" v="32" actId="478"/>
          <ac:graphicFrameMkLst>
            <pc:docMk/>
            <pc:sldMk cId="1325648740" sldId="269"/>
            <ac:graphicFrameMk id="4" creationId="{E91D24E1-14DC-CF21-8802-D61B490FB3B6}"/>
          </ac:graphicFrameMkLst>
        </pc:graphicFrameChg>
        <pc:picChg chg="add mod">
          <ac:chgData name="Rashmika Akula" userId="514312f282cbd057" providerId="LiveId" clId="{579585BF-81A3-438D-8E6F-163670B587C7}" dt="2026-04-12T11:50:34.096" v="43" actId="1076"/>
          <ac:picMkLst>
            <pc:docMk/>
            <pc:sldMk cId="1325648740" sldId="269"/>
            <ac:picMk id="1026" creationId="{AF1B5B43-ECAC-53F1-6F70-8DE785EF5BA0}"/>
          </ac:picMkLst>
        </pc:picChg>
      </pc:sldChg>
      <pc:sldChg chg="addSp delSp modSp new">
        <pc:chgData name="Rashmika Akula" userId="514312f282cbd057" providerId="LiveId" clId="{579585BF-81A3-438D-8E6F-163670B587C7}" dt="2026-04-12T11:54:02.173" v="64" actId="1076"/>
        <pc:sldMkLst>
          <pc:docMk/>
          <pc:sldMk cId="78300698" sldId="270"/>
        </pc:sldMkLst>
        <pc:picChg chg="add del mod">
          <ac:chgData name="Rashmika Akula" userId="514312f282cbd057" providerId="LiveId" clId="{579585BF-81A3-438D-8E6F-163670B587C7}" dt="2026-04-12T11:53:19.101" v="53" actId="478"/>
          <ac:picMkLst>
            <pc:docMk/>
            <pc:sldMk cId="78300698" sldId="270"/>
            <ac:picMk id="2" creationId="{FEDC8171-8071-8B98-6FDE-5ACC0EA1A30F}"/>
          </ac:picMkLst>
        </pc:picChg>
        <pc:picChg chg="add mod">
          <ac:chgData name="Rashmika Akula" userId="514312f282cbd057" providerId="LiveId" clId="{579585BF-81A3-438D-8E6F-163670B587C7}" dt="2026-04-12T11:54:02.173" v="64" actId="1076"/>
          <ac:picMkLst>
            <pc:docMk/>
            <pc:sldMk cId="78300698" sldId="270"/>
            <ac:picMk id="2050" creationId="{4ED5F0E3-38BD-7A84-B19E-D4D44077D648}"/>
          </ac:picMkLst>
        </pc:picChg>
      </pc:sldChg>
      <pc:sldChg chg="addSp delSp modSp new mod ord">
        <pc:chgData name="Rashmika Akula" userId="514312f282cbd057" providerId="LiveId" clId="{579585BF-81A3-438D-8E6F-163670B587C7}" dt="2026-04-12T11:57:38.209" v="88" actId="255"/>
        <pc:sldMkLst>
          <pc:docMk/>
          <pc:sldMk cId="3648061112" sldId="271"/>
        </pc:sldMkLst>
        <pc:spChg chg="mod">
          <ac:chgData name="Rashmika Akula" userId="514312f282cbd057" providerId="LiveId" clId="{579585BF-81A3-438D-8E6F-163670B587C7}" dt="2026-04-12T11:57:38.209" v="88" actId="255"/>
          <ac:spMkLst>
            <pc:docMk/>
            <pc:sldMk cId="3648061112" sldId="271"/>
            <ac:spMk id="2" creationId="{7D0944EC-1BE1-A6D3-4978-95D654BB4AFE}"/>
          </ac:spMkLst>
        </pc:spChg>
        <pc:spChg chg="del">
          <ac:chgData name="Rashmika Akula" userId="514312f282cbd057" providerId="LiveId" clId="{579585BF-81A3-438D-8E6F-163670B587C7}" dt="2026-04-12T11:56:30.734" v="66"/>
          <ac:spMkLst>
            <pc:docMk/>
            <pc:sldMk cId="3648061112" sldId="271"/>
            <ac:spMk id="3" creationId="{81E5E125-9DA2-85BB-2D17-76CF842A3502}"/>
          </ac:spMkLst>
        </pc:spChg>
        <pc:spChg chg="add mod">
          <ac:chgData name="Rashmika Akula" userId="514312f282cbd057" providerId="LiveId" clId="{579585BF-81A3-438D-8E6F-163670B587C7}" dt="2026-04-12T11:57:16.692" v="85" actId="2710"/>
          <ac:spMkLst>
            <pc:docMk/>
            <pc:sldMk cId="3648061112" sldId="271"/>
            <ac:spMk id="4" creationId="{6BDD7363-B870-E283-F110-4E73FBB4DA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1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73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0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57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0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72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75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48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96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67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80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0107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81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21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74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22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6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93BDDED-C495-468C-BFF4-88722DE655FB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06B776-CE15-41B4-A4BA-5A23B0357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5F57-5D8B-B753-0771-99AA6AAA3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Privilege Escalation Attack Detection and Mitigation in Cloud Using Machine Learning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38CF4-A57B-236A-5122-A7180D2F5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6097" y="3809998"/>
            <a:ext cx="8689976" cy="1371599"/>
          </a:xfrm>
        </p:spPr>
        <p:txBody>
          <a:bodyPr>
            <a:no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23r01a05z2</a:t>
            </a:r>
          </a:p>
          <a:p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23r01a05z4</a:t>
            </a:r>
          </a:p>
          <a:p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23r01a05z5</a:t>
            </a:r>
          </a:p>
        </p:txBody>
      </p:sp>
    </p:spTree>
    <p:extLst>
      <p:ext uri="{BB962C8B-B14F-4D97-AF65-F5344CB8AC3E}">
        <p14:creationId xmlns:p14="http://schemas.microsoft.com/office/powerpoint/2010/main" val="28846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F78E-2C83-48BF-6CA6-708C7E21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2BE83E-7782-7B80-4F51-B0C19295C93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235050"/>
            <a:ext cx="11166840" cy="368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is powerful but faces security risks like privilege escalation.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Privilege escalation means attackers get more access than they should (normal user → admin).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Insider threats are dangerous because they already have valid access.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machine learning to detect and stop such attacks.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 tested: Random Forest, AdaBoost,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gave the best accuracy (97%).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helps in better detection, protection, and security for cloud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70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056D-4638-5D58-AA7D-7330FDEB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53CDEE-4762-9441-98C0-8F637A03955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859948"/>
            <a:ext cx="8972328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helps store and process data online without heavy hardware costs.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convenient, it faces security risks like unauthorized access and data breaches.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Attackers can perform privilege escalation: 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 – gaining access to another user’s data at the same level. 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Vertical – moving from normal user to admin/root access.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attacks allow hackers to steal, alter, or misuse sensitive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help detect unusual user behavior and prevent such attacks.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77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ear and sharp literature survey table for presentation">
            <a:extLst>
              <a:ext uri="{FF2B5EF4-FFF2-40B4-BE49-F238E27FC236}">
                <a16:creationId xmlns:a16="http://schemas.microsoft.com/office/drawing/2014/main" id="{4ED5F0E3-38BD-7A84-B19E-D4D44077D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87086"/>
            <a:ext cx="11887201" cy="722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0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AD05-9525-8FF6-CE0B-AE308F92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4" y="85117"/>
            <a:ext cx="10364451" cy="1596177"/>
          </a:xfrm>
        </p:spPr>
        <p:txBody>
          <a:bodyPr/>
          <a:lstStyle/>
          <a:p>
            <a:r>
              <a:rPr lang="en-IN" dirty="0"/>
              <a:t>EXISTING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9B81FC-CBE3-514D-BA4A-CC0366CB514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582949"/>
            <a:ext cx="9993712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lang="en-US" altLang="en-US" sz="1800" cap="none" dirty="0">
                <a:latin typeface="Arial" panose="020B0604020202020204" pitchFamily="34" charset="0"/>
              </a:rPr>
              <a:t>existing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system, insider threats (people inside the organization) are the biggest danger     because they already have valid access.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insiders can misuse their privileges to cause serious damage.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is used to detect unusual activities that may signal privilege escalation attacks.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combines multiple models (ensemble learning) to improve detection.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 with the existing system: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cannot properly identify all types of attacks.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is weaker and less reliable.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49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ABEA-4189-7BFC-8FDB-3362FE27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63" y="0"/>
            <a:ext cx="10364451" cy="1596177"/>
          </a:xfrm>
        </p:spPr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6CD2DD-C650-612D-47FB-959FB490310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33517" y="1925786"/>
            <a:ext cx="969979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new system uses advanced machine learning algorithms (Random Forest, AdaBoost,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trains models on insider attack data (CERT dataset) to detect unusual or malicious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algorithm’s performance is measured using accuracy, precision, recall, and F-score.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gave the best accuracy (97%), but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added as an extension for even better results.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proper identification of attacks and ensures stronger security compared to the existing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comparison graph is used to show how each algorithm performs.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3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AD62-1EE8-7210-07E7-F55492D1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04" y="57596"/>
            <a:ext cx="10364451" cy="1596177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813C3F-0578-D58A-D866-4FA18786F23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836860"/>
            <a:ext cx="11276485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CERT Dataset → Load insider attack data into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Pre-process &amp; Split Data → Clean missing values, normalize, shuffle, then split (80% training, 20% testing).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Models → Apply different machine learning algorithms: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AdaBoost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(extension for better accuracy)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Models → Use the trained models on test data to check prediction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Performance → Compare results using accuracy, precision, recall, and F-score.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4D2E78-38C7-6AF1-42E6-3A354164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74" y="523554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0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C1F3-7922-9CB5-EF91-5F31F05D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60" y="174172"/>
            <a:ext cx="10364451" cy="872826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97BFD4-BED0-7A76-9A30-9A0D595B14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0557" y="1317172"/>
            <a:ext cx="9824796" cy="536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A5DC-6963-2414-92B0-D3608AEC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04" y="369540"/>
            <a:ext cx="10364451" cy="1340912"/>
          </a:xfrm>
        </p:spPr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182E1-181A-F9C6-0AD9-EDC28EE902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A845E-7E13-5D5D-9ADE-4A0E335C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0"/>
            <a:ext cx="12104914" cy="68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4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6939-8688-8747-F11B-14D5AA87D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75" y="0"/>
            <a:ext cx="10364451" cy="159617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A00D28-04CD-A6E7-8F85-9986F00E54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0644" y="217715"/>
            <a:ext cx="11810712" cy="664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7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C4B6-EC6C-5EFA-D582-5AC4B04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A51F2C-4024-113B-5EC3-A7AD1ED48C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4355" y="150300"/>
            <a:ext cx="11663289" cy="65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8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944EC-1BE1-A6D3-4978-95D654BB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D7363-B870-E283-F110-4E73FBB4DAE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581300"/>
            <a:ext cx="9884855" cy="2995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Deep Learning – In future, advanced methods like CNN and RNN can be used to catch attacks more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accurately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 – The system can be improved to give instant warnings when an attack happens.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on All Clouds – Make the system work not just on one cloud, but on AWS, Azure, Google Cloud,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Action – The system can be built to block or stop suspicious users automatically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806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6DC7-70B7-7EEF-0E8C-F8A0D40E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F057CE-0DE3-CC34-7709-E3A642F5D59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1773386"/>
            <a:ext cx="9797769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Privilege escalation attacks in cloud systems are a serious threat, especially from insiders with valid access.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uses machine learning algorithms to detect and classify these attacks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applying ensemble models like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Random Forest, AdaBoost,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system improves accuracy and security.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highest accuracy (97%),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further strength to the detection process.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ensures better protection, faster detection, and smarter mitigation of insider threats in cloud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82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B191-706A-87AA-5EFA-9C20BB4A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937657"/>
            <a:ext cx="12779828" cy="3026229"/>
          </a:xfrm>
        </p:spPr>
        <p:txBody>
          <a:bodyPr>
            <a:normAutofit/>
          </a:bodyPr>
          <a:lstStyle/>
          <a:p>
            <a:r>
              <a:rPr lang="en-IN" sz="96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687603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80</TotalTime>
  <Words>656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Droplet</vt:lpstr>
      <vt:lpstr>Privilege Escalation Attack Detection and Mitigation in Cloud Using Machine Learning </vt:lpstr>
      <vt:lpstr>ABSTRACT</vt:lpstr>
      <vt:lpstr>INTRODUCTION </vt:lpstr>
      <vt:lpstr>PowerPoint Presentation</vt:lpstr>
      <vt:lpstr>EXISTING WORK</vt:lpstr>
      <vt:lpstr>proposed SYSTEM</vt:lpstr>
      <vt:lpstr>Methodology</vt:lpstr>
      <vt:lpstr>SYSTEM ARCHITECTURE</vt:lpstr>
      <vt:lpstr>output</vt:lpstr>
      <vt:lpstr>PowerPoint Presentation</vt:lpstr>
      <vt:lpstr>PowerPoint Presentation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Rashmika Akula</dc:creator>
  <cp:lastModifiedBy>Rashmika Akula</cp:lastModifiedBy>
  <cp:revision>1</cp:revision>
  <dcterms:created xsi:type="dcterms:W3CDTF">2026-03-17T16:04:46Z</dcterms:created>
  <dcterms:modified xsi:type="dcterms:W3CDTF">2026-04-12T11:57:46Z</dcterms:modified>
</cp:coreProperties>
</file>